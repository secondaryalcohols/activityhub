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开场一句话：报名闭环已经跑通，今天主要讲做到哪、怎么做的、下一步要什么支持。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五块内容，重点在第二、三、五块。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定位一句话：不是通用平台，是把单机构的报名和现场跑顺。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强调两个版本已验收，v0.3 还没开始，所以需要现在定资源和排期。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闭环图用来解释为什么 v0.3 是重点，而不是可选项。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网页版是这一阶段新增的，解决了没有小程序时也能报名的问题。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架构不用展开太细，讲清三点：三端一套接口、两种数据库、可单机部署。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挑两三个展开：原子扣减和电子票签名，能体现不是只做了界面。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安全和部署这块一句带过，重点是说明不是玩具项目。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数字先抛出来：56 个用例、3 端、0 超卖，然后逐条说验证范围。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外部依赖是最大变量，尤其是备案，需要领导层推动。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四周是按 1 人全职估的；外部准备必须并行，否则 W4 会空等。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把外部依赖变成具体的请求，而不是笼统说需要支持。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收尾回到一句话：闭环已通，缺现场；请求是主体、备案和验收档期。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960120"/>
            <a:ext cx="4754880" cy="4754880"/>
          </a:xfrm>
          <a:prstGeom prst="ellipse">
            <a:avLst/>
          </a:prstGeom>
          <a:noFill/>
          <a:ln w="3556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64040" y="2103120"/>
            <a:ext cx="2468880" cy="2468880"/>
          </a:xfrm>
          <a:prstGeom prst="ellipse">
            <a:avLst/>
          </a:prstGeom>
          <a:noFill/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  <a:ea typeface="Microsoft YaHei"/>
              </a:rPr>
              <a:t>PROJECT REVIEW  ·  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6949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活动报名与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签到管理系统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01568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</a:rPr>
              <a:t>v0.2 报名闭环已完成，下一步补齐现场核销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24528"/>
            <a:ext cx="1280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单机构 · 多活动 · 管理后台 + 参与者网页版 + 微信小程序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汇报人：项目组      汇报日期：2026-10-24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今天汇报五件事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活动报名与签到管理系统 · v0.2 阶段汇报 · 2026.10.24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8251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BFDBF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47088"/>
            <a:ext cx="43127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项目定位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49424"/>
            <a:ext cx="43127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为什么做、给谁用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07791"/>
            <a:ext cx="5181447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4447" y="1828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BFDBF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127" y="1847088"/>
            <a:ext cx="43127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当前进度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3127" y="2249424"/>
            <a:ext cx="43127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两个版本交付了什么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2907791"/>
            <a:ext cx="5181447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BFDBFE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64408"/>
            <a:ext cx="43127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已交付能力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666744"/>
            <a:ext cx="43127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三端功能与技术架构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325112"/>
            <a:ext cx="5181447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32461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BFDBFE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3127" y="3264408"/>
            <a:ext cx="43127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质量与风险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3127" y="3666744"/>
            <a:ext cx="43127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验证结果、已知问题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4447" y="4325112"/>
            <a:ext cx="5181447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63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BFDBFE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81727"/>
            <a:ext cx="43127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84064"/>
            <a:ext cx="43127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v0.3 计划与需要的支持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01  项目定位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把一场活动从「发出去」到「到场」收进一个后台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活动报名与签到管理系统 · v0.2 阶段汇报 · 2026.10.24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8251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852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icrosoft YaHei"/>
                <a:ea typeface="Microsoft YaHei"/>
              </a:rPr>
              <a:t>面向单个组织的活动管理平台，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icrosoft YaHei"/>
                <a:ea typeface="Microsoft YaHei"/>
              </a:rPr>
              <a:t>覆盖发布、报名、审核、核销、统计的完整闭环。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2900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不追求通用 SaaS，也不做多租户：先把一个机构的高频场景做顺，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把现场那一步真正跑通。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783080"/>
            <a:ext cx="4754880" cy="10972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0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1671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19659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组织者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35000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</a:rPr>
              <a:t>发布活动、配置报名表、管名单、看数据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108960"/>
            <a:ext cx="4754880" cy="109728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0" y="3383279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49300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47857"/>
                </a:solidFill>
                <a:latin typeface="Microsoft YaHei"/>
                <a:ea typeface="Microsoft YaHei"/>
              </a:rPr>
              <a:t>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29184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47857"/>
                </a:solidFill>
                <a:latin typeface="Microsoft YaHei"/>
                <a:ea typeface="Microsoft YaHei"/>
              </a:rPr>
              <a:t>参与者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3675887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</a:rPr>
              <a:t>手机报名、随时查看、出示电子票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434840"/>
            <a:ext cx="4754880" cy="109728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49440" y="4709159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8188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</a:rPr>
              <a:t>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4617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</a:rPr>
              <a:t>现场工作人员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500176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</a:rPr>
              <a:t>扫码核销、异常兜底（v0.3）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02  当前进度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v0.2 报名闭环已交付，v0.3 尚未启动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活动报名与签到管理系统 · v0.2 阶段汇报 · 2026.10.24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8251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567863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4708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95728"/>
            <a:ext cx="2110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个客户端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79192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后台 / 网页版 / 小程序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6543" y="1737360"/>
            <a:ext cx="2567863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2575" y="184708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Microsoft YaHei"/>
                <a:ea typeface="Microsoft YaHei"/>
              </a:rPr>
              <a:t>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2575" y="2395728"/>
            <a:ext cx="2110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个接口测试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2575" y="2679192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全部通过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737360"/>
            <a:ext cx="2567863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184708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19" y="2395728"/>
            <a:ext cx="2110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张核心数据表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3319" y="2679192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活动/参与者/报名等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8031" y="1737360"/>
            <a:ext cx="2567863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4063" y="184708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4063" y="2395728"/>
            <a:ext cx="2110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个待交付阶段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4063" y="2679192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v0.3 核销与导出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11880"/>
            <a:ext cx="3378098" cy="13716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490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47857"/>
                </a:solidFill>
                <a:latin typeface="Microsoft YaHei"/>
                <a:ea typeface="Microsoft YaHei"/>
              </a:rPr>
              <a:t>v0.1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160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基础骨架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55371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</a:rPr>
              <a:t>登录、活动、权限、Docker、CI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75178" y="376732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2498" y="3611880"/>
            <a:ext cx="3378098" cy="13716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6818" y="37490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47857"/>
                </a:solidFill>
                <a:latin typeface="Microsoft YaHei"/>
                <a:ea typeface="Microsoft YaHei"/>
              </a:rPr>
              <a:t>v0.2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6818" y="4160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报名闭环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6818" y="455371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</a:rPr>
              <a:t>报名、审核、电子票、网页版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81876" y="376732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99196" y="3611880"/>
            <a:ext cx="3378098" cy="13716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3516" y="37490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Microsoft YaHei"/>
                <a:ea typeface="Microsoft YaHei"/>
              </a:rPr>
              <a:t>v0.3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3516" y="4160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现场核销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3516" y="455371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</a:rPr>
              <a:t>核销、签到统计、Excel 导出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88575" y="376732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B45309"/>
                </a:solidFill>
                <a:latin typeface="Microsoft YaHei"/>
                <a:ea typeface="Microsoft YaHei"/>
              </a:rPr>
              <a:t>待启动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34924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里程碑口径：v0.1 与 v0.2 均已验收，后端 56 个用例、管理后台与网页版均实机验证。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03  业务闭环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五个环节完成三个，缺的是现场那一步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活动报名与签到管理系统 · v0.2 阶段汇报 · 2026.10.24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8251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93852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1938528" cy="8229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BFDBF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43200"/>
            <a:ext cx="1618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活动发布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32186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1760" y="2788920"/>
            <a:ext cx="164592" cy="18288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43784" y="2240280"/>
            <a:ext cx="193852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40280"/>
            <a:ext cx="1938528" cy="8229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24505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BFDBF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2743200"/>
            <a:ext cx="1618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在线报名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44952" y="32186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09744" y="2788920"/>
            <a:ext cx="164592" cy="18288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01768" y="2240280"/>
            <a:ext cx="193852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2240280"/>
            <a:ext cx="1938528" cy="8229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2936" y="24505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BFDBFE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2743200"/>
            <a:ext cx="1618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名单审核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02936" y="32186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967728" y="2788920"/>
            <a:ext cx="164592" cy="18288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59752" y="2240280"/>
            <a:ext cx="193852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59752" y="2240280"/>
            <a:ext cx="1938528" cy="82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24505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BFDBFE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743200"/>
            <a:ext cx="1618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扫码核销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2186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B45309"/>
                </a:solidFill>
                <a:latin typeface="Microsoft YaHei"/>
                <a:ea typeface="Microsoft YaHei"/>
              </a:rPr>
              <a:t>v0.3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125712" y="2788920"/>
            <a:ext cx="164592" cy="18288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17736" y="2240280"/>
            <a:ext cx="193852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17736" y="2240280"/>
            <a:ext cx="1938528" cy="82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18904" y="24505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BFDBFE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8904" y="2743200"/>
            <a:ext cx="1618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数据统计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18904" y="32186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B45309"/>
                </a:solidFill>
                <a:latin typeface="Microsoft YaHei"/>
                <a:ea typeface="Microsoft YaHei"/>
              </a:rPr>
              <a:t>部分完成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06908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icrosoft YaHei"/>
                <a:ea typeface="Microsoft YaHei"/>
              </a:rPr>
              <a:t>报名链路已经闭环，统计只覆盖报名侧；签到率、到场数据要等核销上线后才能产出。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709160"/>
            <a:ext cx="10820095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864608"/>
            <a:ext cx="100885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现场环节的三个刚需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212080"/>
            <a:ext cx="100885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扫码 1 秒完成  ·  重复签到有提示  ·  断网/异常有手动检索兜底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03  已交付能力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三端各自可用，共用一套接口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活动报名与签到管理系统 · v0.2 阶段汇报 · 2026.10.24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8251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42381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423818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883664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管理后台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12848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Vue 3 + Element 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52928"/>
            <a:ext cx="292089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</a:rPr>
              <a:t>活动创建、发布、下架、结束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</a:rPr>
              <a:t>动态报名字段与预览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</a:rPr>
              <a:t>报名名单、批量审核、统计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</a:rPr>
              <a:t>乐观锁与审计日志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138928"/>
            <a:ext cx="2920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</a:rPr>
              <a:t>已实机验证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3938" y="1737360"/>
            <a:ext cx="342381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3938" y="1737360"/>
            <a:ext cx="3423818" cy="86868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6546" y="1883664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47857"/>
                </a:solidFill>
                <a:latin typeface="Microsoft YaHei"/>
                <a:ea typeface="Microsoft YaHei"/>
              </a:rPr>
              <a:t>参与者网页版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6546" y="2212848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手机优先 H5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6546" y="2852928"/>
            <a:ext cx="292089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</a:rPr>
              <a:t>用户名密码自助注册登录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</a:rPr>
              <a:t>活动列表、详情、余量与状态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</a:rPr>
              <a:t>动态表单报名、取消、复用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</a:rPr>
              <a:t>电子票二维码、我的报名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6546" y="5138928"/>
            <a:ext cx="2920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</a:rPr>
              <a:t>浏览器实测通过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2076" y="1737360"/>
            <a:ext cx="342381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82076" y="1737360"/>
            <a:ext cx="3423818" cy="8686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4684" y="1883664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Microsoft YaHei"/>
                <a:ea typeface="Microsoft YaHei"/>
              </a:rPr>
              <a:t>微信小程序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4684" y="2212848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原生，代码保留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4684" y="2852928"/>
            <a:ext cx="292089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</a:rPr>
              <a:t>活动、报名、我的报名页面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</a:rPr>
              <a:t>电子票与个人中心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</a:rPr>
              <a:t>Mock 登录可联调</a:t>
            </a:r>
          </a:p>
          <a:p>
            <a:pPr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</a:rPr>
              <a:t>尚未在开发者工具验收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4684" y="5138928"/>
            <a:ext cx="2920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B45309"/>
                </a:solidFill>
                <a:latin typeface="Microsoft YaHei"/>
                <a:ea typeface="Microsoft YaHei"/>
              </a:rPr>
              <a:t>待真机验收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9893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三端共用 /api 与同一套报名、审核、电子票逻辑，小程序端目前只差真机验收。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03  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一个后端，三种客户端，两种数据库环境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活动报名与签到管理系统 · v0.2 阶段汇报 · 2026.10.24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8251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92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客户端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1691640"/>
            <a:ext cx="7406640" cy="8686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197510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管理后台 Vue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7510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参与者 H5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97510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微信小程序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257800" y="2551176"/>
            <a:ext cx="219456" cy="201168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接入层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2770632"/>
            <a:ext cx="740664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305409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Nginx / Vite 代理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05409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/api 统一前缀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05409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JWT 双类型鉴权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257800" y="3630168"/>
            <a:ext cx="219456" cy="201168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50791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应用层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3849624"/>
            <a:ext cx="7406640" cy="8686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4133087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FastAPI + 服务层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133087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报名 / 审核 / 电子票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133087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Alembic 迁移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257800" y="4709160"/>
            <a:ext cx="219456" cy="201168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297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数据层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4928616"/>
            <a:ext cx="7406640" cy="8686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74519" y="52120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SQLite（本地）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2120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MySQL 8.4（Docker）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2120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预留 Redis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1737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Microsoft YaHei"/>
                <a:ea typeface="Microsoft YaHei"/>
              </a:rPr>
              <a:t>部署形态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084831"/>
            <a:ext cx="2240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</a:rPr>
              <a:t>本地：5173 / 5174 / 8000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</a:rPr>
              <a:t>Docker：8080 / 8081 / 内网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</a:rPr>
              <a:t>生产：Nginx + HTTPS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</a:rPr>
              <a:t>备份：mysqldump 脚本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60" y="3977639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41148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为什么不做微服务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443484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单机构、单机可跑，先把交付和运维成本压到最低。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04  关键设计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六个容易被忽略、但决定可用性的细节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活动报名与签到管理系统 · v0.2 阶段汇报 · 2026.10.24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8251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181447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BFDBF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828800"/>
            <a:ext cx="34440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名额原子扣减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2194560"/>
            <a:ext cx="41298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</a:rPr>
              <a:t>用条件 UPDATE 占名额，不做「先查后插」，并发下不超卖。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8799" y="18562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64748B"/>
                </a:solidFill>
                <a:latin typeface="Microsoft YaHei"/>
                <a:ea typeface="Microsoft YaHei"/>
              </a:rPr>
              <a:t>SQL / 事务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691640"/>
            <a:ext cx="5181447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74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BFDBF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4255" y="1828800"/>
            <a:ext cx="34440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编辑乐观锁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4255" y="2194560"/>
            <a:ext cx="41298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</a:rPr>
              <a:t>活动带 version，两个管理员同时改会明确报冲突，而不是互相覆盖。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07447" y="18562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64748B"/>
                </a:solidFill>
                <a:latin typeface="Microsoft YaHei"/>
                <a:ea typeface="Microsoft YaHei"/>
              </a:rPr>
              <a:t>409 冲突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36392"/>
            <a:ext cx="5181447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192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BFDBFE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3273552"/>
            <a:ext cx="34440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电子票签名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3639312"/>
            <a:ext cx="41298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</a:rPr>
              <a:t>token 里存报名号和活动号并做 HMAC 签名，不暴露可枚举 ID。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68799" y="330098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64748B"/>
                </a:solidFill>
                <a:latin typeface="Microsoft YaHei"/>
                <a:ea typeface="Microsoft YaHei"/>
              </a:rPr>
              <a:t>HMAC-SHA256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4447" y="3136392"/>
            <a:ext cx="5181447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8767" y="33192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BFDBFE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4255" y="3273552"/>
            <a:ext cx="34440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登录限流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4255" y="3639312"/>
            <a:ext cx="41298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</a:rPr>
              <a:t>同一 IP + 账号连续失败 5 次锁 15 分钟，成功登录后清零。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07447" y="330098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64748B"/>
                </a:solidFill>
                <a:latin typeface="Microsoft YaHei"/>
                <a:ea typeface="Microsoft YaHei"/>
              </a:rPr>
              <a:t>进程内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581144"/>
            <a:ext cx="5181447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6402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BFDBFE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607" y="4718304"/>
            <a:ext cx="34440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表单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7" y="5084064"/>
            <a:ext cx="41298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</a:rPr>
              <a:t>报名字段后端配置、前端动态渲染，提交时前后端同源校验。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68799" y="474573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64748B"/>
                </a:solidFill>
                <a:latin typeface="Microsoft YaHei"/>
                <a:ea typeface="Microsoft YaHei"/>
              </a:rPr>
              <a:t>JSON Schema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4447" y="4581144"/>
            <a:ext cx="5181447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8767" y="476402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BFDBFE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4255" y="4718304"/>
            <a:ext cx="34440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审计留痕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74255" y="5084064"/>
            <a:ext cx="41298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</a:rPr>
              <a:t>发布、审核、取消等关键操作写入 audit_log，可回溯。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07447" y="474573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64748B"/>
                </a:solidFill>
                <a:latin typeface="Microsoft YaHei"/>
                <a:ea typeface="Microsoft YaHei"/>
              </a:rPr>
              <a:t>audit_log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04  工程质量与安全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能跑只是底线，部署与安全也按生产标准准备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活动报名与签到管理系统 · v0.2 阶段汇报 · 2026.10.24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8251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3492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工程化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</a:rPr>
              <a:t>Docker Compose 拉起 MySQL、后端、两个前端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</a:rPr>
              <a:t>后端非 root、健康检查、真实 IP 透传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</a:rPr>
              <a:t>Alembic 管理迁移，CI 跑迁移与测试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</a:rPr>
              <a:t>统一响应体与异常处理，前端构建约 140 KB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578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安全基线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</a:rPr>
              <a:t>Argon2 密码哈希，JWT 双类型隔离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</a:rPr>
              <a:t>生产强制校验 JWT / 电子票密钥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</a:rPr>
              <a:t>生产强制关闭 Mock 登录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</a:rPr>
              <a:t>备份脚本已验证，恢复流程待演练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6634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Microsoft YaHei"/>
                <a:ea typeface="Microsoft YaHei"/>
              </a:rPr>
              <a:t>GitHub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46634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Microsoft YaHei"/>
                <a:ea typeface="Microsoft YaHei"/>
              </a:rPr>
              <a:t>Alembic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46634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Microsoft YaHei"/>
                <a:ea typeface="Microsoft YaHei"/>
              </a:rPr>
              <a:t>Docker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6634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Microsoft YaHei"/>
                <a:ea typeface="Microsoft YaHei"/>
              </a:rPr>
              <a:t>Argon2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6634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Microsoft YaHei"/>
                <a:ea typeface="Microsoft YaHei"/>
              </a:rPr>
              <a:t>HMAC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6634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Microsoft YaHei"/>
                <a:ea typeface="Microsoft YaHei"/>
              </a:rPr>
              <a:t>Nginx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B45309"/>
                </a:solidFill>
                <a:latin typeface="Microsoft YaHei"/>
                <a:ea typeface="Microsoft YaHei"/>
              </a:rPr>
              <a:t>已知短板：限流是进程内实现，多 worker 部署前需要换 Redis。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04  验证结果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功能、并发、部署都跑过一遍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活动报名与签到管理系统 · v0.2 阶段汇报 · 2026.10.24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8251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000" b="1">
                <a:solidFill>
                  <a:srgbClr val="2563EB"/>
                </a:solidFill>
                <a:latin typeface="Microsoft YaHei"/>
                <a:ea typeface="Microsoft YaHei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42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接口测试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全部通过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7830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000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542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层验证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34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接口 / 页面 / 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7830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000" b="1">
                <a:solidFill>
                  <a:srgbClr val="2563EB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42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超卖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834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并发抢名额验证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76479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737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</a:rPr>
              <a:t>登录、限流、越权、活动 CRUD、乐观锁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441447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414015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</a:rPr>
              <a:t>报名 / 审核 / 取消 / 复用、名额边界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11810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0906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</a:rPr>
              <a:t>电子票签名与 PNG 二维码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794759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767327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</a:rPr>
              <a:t>Docker 全栈启动、非 root、备份脚本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47141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443983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</a:rPr>
              <a:t>网页版注册→报名→取消→重新登录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51480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120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</a:rPr>
              <a:t>小程序语法与页面完整性校验（未运行）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口径：自动化测试覆盖接口与并发；页面与部署为人工验证。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04  风险与依赖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四个外部条件，决定能不能按时上线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活动报名与签到管理系统 · v0.2 阶段汇报 · 2026.10.24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8251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</a:rPr>
              <a:t>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6642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</a:rPr>
              <a:t>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6642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</a:rPr>
              <a:t>应对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10820095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011680"/>
            <a:ext cx="64008" cy="786384"/>
          </a:xfrm>
          <a:prstGeom prst="roundRect">
            <a:avLst>
              <a:gd name="adj" fmla="val 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139696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</a:rPr>
              <a:t>域名备案 + HTTPS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139696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小程序无法请求接口、无法提审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139696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B91C1C"/>
                </a:solidFill>
                <a:latin typeface="Microsoft YaHei"/>
                <a:ea typeface="Microsoft YaHei"/>
              </a:rPr>
              <a:t>约 1–3 周，需立刻启动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44368"/>
            <a:ext cx="10820095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944368"/>
            <a:ext cx="64008" cy="786384"/>
          </a:xfrm>
          <a:prstGeom prst="roundRect">
            <a:avLst>
              <a:gd name="adj" fmla="val 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07238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</a:rPr>
              <a:t>小程序主体与类目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072384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审核被拒或能力受限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072384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B45309"/>
                </a:solidFill>
                <a:latin typeface="Microsoft YaHei"/>
                <a:ea typeface="Microsoft YaHei"/>
              </a:rPr>
              <a:t>优先企业/组织主体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77056"/>
            <a:ext cx="10820095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877056"/>
            <a:ext cx="64008" cy="786384"/>
          </a:xfrm>
          <a:prstGeom prst="roundRect">
            <a:avLst>
              <a:gd name="adj" fmla="val 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0050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</a:rPr>
              <a:t>小程序未真机验收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00507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上线前才发现问题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005072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B45309"/>
                </a:solidFill>
                <a:latin typeface="Microsoft YaHei"/>
                <a:ea typeface="Microsoft YaHei"/>
              </a:rPr>
              <a:t>排 1 周在开发者工具 + 真机验收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09744"/>
            <a:ext cx="10820095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809744"/>
            <a:ext cx="64008" cy="786384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93775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</a:rPr>
              <a:t>限流为进程内实现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937759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多实例部署后失效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937759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上 Redis，或维持单 worker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05  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v0.3：四周补齐现场核销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活动报名与签到管理系统 · v0.2 阶段汇报 · 2026.10.24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8251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按 1 人全职估算；外部准备必须并行，否则第 4 周只能空等。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724912"/>
            <a:ext cx="9997135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57860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3580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W1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101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核销模型与接口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8503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签到表、签名校验、重复签到提示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57860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303580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W2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3101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工作人员模式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68503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小程序核销页、扫码、手动检索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57860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03580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W3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3101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统计与导出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68503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签到率、趋势、Excel 导出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57860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303580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W4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3101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验收与上线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68503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真机验收、部署、安全复核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92040"/>
            <a:ext cx="10820095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029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Microsoft YaHei"/>
                <a:ea typeface="Microsoft YaHei"/>
              </a:rPr>
              <a:t>并行推进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21808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AppID 与主体资质  ·  域名备案  ·  服务器与对象存储  ·  网页版验证码与找回密码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05  需要的支持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三件需要拍板的事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活动报名与签到管理系统 · v0.2 阶段汇报 · 2026.10.24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8251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820095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93391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主体与类目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04288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用企业/组织主体申请小程序，尽早确认类目资质。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34295" y="212140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Microsoft YaHei"/>
                <a:ea typeface="Microsoft YaHei"/>
              </a:rPr>
              <a:t>本周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44368"/>
            <a:ext cx="10820095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2004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272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域名与服务器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11296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启动备案（1–3 周），准备 2C4G 服务器与 HTTPS。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34295" y="3328415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Microsoft YaHei"/>
                <a:ea typeface="Microsoft YaHei"/>
              </a:rPr>
              <a:t>本周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51376"/>
            <a:ext cx="10820095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40740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3342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小程序验收档期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718304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安排开发者工具与真机验收，预留 1 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34295" y="453542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Microsoft YaHei"/>
                <a:ea typeface="Microsoft YaHei"/>
              </a:rPr>
              <a:t>W4 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40680"/>
            <a:ext cx="10820095" cy="6858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596128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Microsoft YaHei"/>
                <a:ea typeface="Microsoft YaHei"/>
              </a:rPr>
              <a:t>待决策：v0.3 是否包含工作人员小程序模式；首版是否接支付（建议不做）。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778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报名闭环已跑通，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现场核销是下一站。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</a:rPr>
              <a:t>v0.2 交付了后台、网页版与小程序三端；下一步用四周补齐扫码核销、签到统计与导出。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谢谢，欢迎提问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63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活动报名与签到管理系统 · 2026-10-24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